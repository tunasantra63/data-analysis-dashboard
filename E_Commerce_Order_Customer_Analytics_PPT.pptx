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3" r:id="rId6"/>
    <p:sldId id="276" r:id="rId7"/>
    <p:sldId id="272" r:id="rId8"/>
    <p:sldId id="277" r:id="rId9"/>
    <p:sldId id="27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1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NA" userId="48516848d7dfa3e2" providerId="LiveId" clId="{BDC5C816-69C6-4F02-8B11-A5E8B9A540AE}"/>
    <pc:docChg chg="undo custSel addSld delSld modSld sldOrd">
      <pc:chgData name="TUNA" userId="48516848d7dfa3e2" providerId="LiveId" clId="{BDC5C816-69C6-4F02-8B11-A5E8B9A540AE}" dt="2026-10-01T05:30:02.646" v="691"/>
      <pc:docMkLst>
        <pc:docMk/>
      </pc:docMkLst>
      <pc:sldChg chg="delSp modSp mod">
        <pc:chgData name="TUNA" userId="48516848d7dfa3e2" providerId="LiveId" clId="{BDC5C816-69C6-4F02-8B11-A5E8B9A540AE}" dt="2026-10-01T05:19:27.140" v="66"/>
        <pc:sldMkLst>
          <pc:docMk/>
          <pc:sldMk cId="0" sldId="256"/>
        </pc:sldMkLst>
        <pc:spChg chg="mod">
          <ac:chgData name="TUNA" userId="48516848d7dfa3e2" providerId="LiveId" clId="{BDC5C816-69C6-4F02-8B11-A5E8B9A540AE}" dt="2026-10-01T05:19:11.540" v="35" actId="1076"/>
          <ac:spMkLst>
            <pc:docMk/>
            <pc:sldMk cId="0" sldId="256"/>
            <ac:spMk id="9" creationId="{00000000-0000-0000-0000-000000000000}"/>
          </ac:spMkLst>
        </pc:spChg>
        <pc:spChg chg="del">
          <ac:chgData name="TUNA" userId="48516848d7dfa3e2" providerId="LiveId" clId="{BDC5C816-69C6-4F02-8B11-A5E8B9A540AE}" dt="2026-10-01T05:18:46.926" v="33" actId="478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TUNA" userId="48516848d7dfa3e2" providerId="LiveId" clId="{BDC5C816-69C6-4F02-8B11-A5E8B9A540AE}" dt="2026-10-01T05:19:27.140" v="66"/>
          <ac:spMkLst>
            <pc:docMk/>
            <pc:sldMk cId="0" sldId="256"/>
            <ac:spMk id="12" creationId="{00000000-0000-0000-0000-000000000000}"/>
          </ac:spMkLst>
        </pc:spChg>
        <pc:spChg chg="del">
          <ac:chgData name="TUNA" userId="48516848d7dfa3e2" providerId="LiveId" clId="{BDC5C816-69C6-4F02-8B11-A5E8B9A540AE}" dt="2026-10-01T05:19:14.515" v="36" actId="478"/>
          <ac:spMkLst>
            <pc:docMk/>
            <pc:sldMk cId="0" sldId="256"/>
            <ac:spMk id="14" creationId="{00000000-0000-0000-0000-000000000000}"/>
          </ac:spMkLst>
        </pc:spChg>
        <pc:spChg chg="del mod">
          <ac:chgData name="TUNA" userId="48516848d7dfa3e2" providerId="LiveId" clId="{BDC5C816-69C6-4F02-8B11-A5E8B9A540AE}" dt="2026-10-01T05:19:00.513" v="34" actId="478"/>
          <ac:spMkLst>
            <pc:docMk/>
            <pc:sldMk cId="0" sldId="256"/>
            <ac:spMk id="16" creationId="{0386E4B3-B629-EB97-119E-6B9063CF6524}"/>
          </ac:spMkLst>
        </pc:spChg>
      </pc:sldChg>
      <pc:sldChg chg="delSp modSp mod">
        <pc:chgData name="TUNA" userId="48516848d7dfa3e2" providerId="LiveId" clId="{BDC5C816-69C6-4F02-8B11-A5E8B9A540AE}" dt="2026-10-01T05:20:14.164" v="136"/>
        <pc:sldMkLst>
          <pc:docMk/>
          <pc:sldMk cId="0" sldId="257"/>
        </pc:sldMkLst>
        <pc:spChg chg="del mod">
          <ac:chgData name="TUNA" userId="48516848d7dfa3e2" providerId="LiveId" clId="{BDC5C816-69C6-4F02-8B11-A5E8B9A540AE}" dt="2026-10-01T05:20:14.164" v="136"/>
          <ac:spMkLst>
            <pc:docMk/>
            <pc:sldMk cId="0" sldId="257"/>
            <ac:spMk id="6" creationId="{00000000-0000-0000-0000-000000000000}"/>
          </ac:spMkLst>
        </pc:spChg>
      </pc:sldChg>
      <pc:sldChg chg="delSp modSp del mod">
        <pc:chgData name="TUNA" userId="48516848d7dfa3e2" providerId="LiveId" clId="{BDC5C816-69C6-4F02-8B11-A5E8B9A540AE}" dt="2026-10-01T05:25:05.510" v="473" actId="47"/>
        <pc:sldMkLst>
          <pc:docMk/>
          <pc:sldMk cId="0" sldId="258"/>
        </pc:sldMkLst>
        <pc:spChg chg="del mod">
          <ac:chgData name="TUNA" userId="48516848d7dfa3e2" providerId="LiveId" clId="{BDC5C816-69C6-4F02-8B11-A5E8B9A540AE}" dt="2026-10-01T05:19:54.175" v="70" actId="478"/>
          <ac:spMkLst>
            <pc:docMk/>
            <pc:sldMk cId="0" sldId="258"/>
            <ac:spMk id="5" creationId="{00000000-0000-0000-0000-000000000000}"/>
          </ac:spMkLst>
        </pc:spChg>
      </pc:sldChg>
      <pc:sldChg chg="delSp modSp del mod">
        <pc:chgData name="TUNA" userId="48516848d7dfa3e2" providerId="LiveId" clId="{BDC5C816-69C6-4F02-8B11-A5E8B9A540AE}" dt="2026-10-01T05:24:56.735" v="472" actId="47"/>
        <pc:sldMkLst>
          <pc:docMk/>
          <pc:sldMk cId="0" sldId="259"/>
        </pc:sldMkLst>
        <pc:spChg chg="del mod">
          <ac:chgData name="TUNA" userId="48516848d7dfa3e2" providerId="LiveId" clId="{BDC5C816-69C6-4F02-8B11-A5E8B9A540AE}" dt="2026-10-01T05:20:37.154" v="203"/>
          <ac:spMkLst>
            <pc:docMk/>
            <pc:sldMk cId="0" sldId="259"/>
            <ac:spMk id="6" creationId="{00000000-0000-0000-0000-000000000000}"/>
          </ac:spMkLst>
        </pc:spChg>
      </pc:sldChg>
      <pc:sldChg chg="delSp modSp mod">
        <pc:chgData name="TUNA" userId="48516848d7dfa3e2" providerId="LiveId" clId="{BDC5C816-69C6-4F02-8B11-A5E8B9A540AE}" dt="2026-10-01T05:20:48.296" v="270"/>
        <pc:sldMkLst>
          <pc:docMk/>
          <pc:sldMk cId="0" sldId="260"/>
        </pc:sldMkLst>
        <pc:spChg chg="del mod">
          <ac:chgData name="TUNA" userId="48516848d7dfa3e2" providerId="LiveId" clId="{BDC5C816-69C6-4F02-8B11-A5E8B9A540AE}" dt="2026-10-01T05:20:48.296" v="270"/>
          <ac:spMkLst>
            <pc:docMk/>
            <pc:sldMk cId="0" sldId="260"/>
            <ac:spMk id="6" creationId="{00000000-0000-0000-0000-000000000000}"/>
          </ac:spMkLst>
        </pc:spChg>
      </pc:sldChg>
      <pc:sldChg chg="delSp modSp mod">
        <pc:chgData name="TUNA" userId="48516848d7dfa3e2" providerId="LiveId" clId="{BDC5C816-69C6-4F02-8B11-A5E8B9A540AE}" dt="2026-10-01T05:20:57.795" v="337"/>
        <pc:sldMkLst>
          <pc:docMk/>
          <pc:sldMk cId="0" sldId="261"/>
        </pc:sldMkLst>
        <pc:spChg chg="del mod">
          <ac:chgData name="TUNA" userId="48516848d7dfa3e2" providerId="LiveId" clId="{BDC5C816-69C6-4F02-8B11-A5E8B9A540AE}" dt="2026-10-01T05:20:57.795" v="337"/>
          <ac:spMkLst>
            <pc:docMk/>
            <pc:sldMk cId="0" sldId="261"/>
            <ac:spMk id="6" creationId="{00000000-0000-0000-0000-000000000000}"/>
          </ac:spMkLst>
        </pc:spChg>
      </pc:sldChg>
      <pc:sldChg chg="delSp modSp del mod">
        <pc:chgData name="TUNA" userId="48516848d7dfa3e2" providerId="LiveId" clId="{BDC5C816-69C6-4F02-8B11-A5E8B9A540AE}" dt="2026-10-01T05:25:13.562" v="474" actId="47"/>
        <pc:sldMkLst>
          <pc:docMk/>
          <pc:sldMk cId="0" sldId="262"/>
        </pc:sldMkLst>
        <pc:spChg chg="del mod">
          <ac:chgData name="TUNA" userId="48516848d7dfa3e2" providerId="LiveId" clId="{BDC5C816-69C6-4F02-8B11-A5E8B9A540AE}" dt="2026-10-01T05:21:06.725" v="404"/>
          <ac:spMkLst>
            <pc:docMk/>
            <pc:sldMk cId="0" sldId="262"/>
            <ac:spMk id="6" creationId="{00000000-0000-0000-0000-000000000000}"/>
          </ac:spMkLst>
        </pc:spChg>
      </pc:sldChg>
      <pc:sldChg chg="delSp modSp mod">
        <pc:chgData name="TUNA" userId="48516848d7dfa3e2" providerId="LiveId" clId="{BDC5C816-69C6-4F02-8B11-A5E8B9A540AE}" dt="2026-10-01T05:21:23.504" v="471"/>
        <pc:sldMkLst>
          <pc:docMk/>
          <pc:sldMk cId="0" sldId="263"/>
        </pc:sldMkLst>
        <pc:spChg chg="del mod">
          <ac:chgData name="TUNA" userId="48516848d7dfa3e2" providerId="LiveId" clId="{BDC5C816-69C6-4F02-8B11-A5E8B9A540AE}" dt="2026-10-01T05:21:23.504" v="471"/>
          <ac:spMkLst>
            <pc:docMk/>
            <pc:sldMk cId="0" sldId="263"/>
            <ac:spMk id="6" creationId="{00000000-0000-0000-0000-000000000000}"/>
          </ac:spMkLst>
        </pc:spChg>
      </pc:sldChg>
      <pc:sldChg chg="del">
        <pc:chgData name="TUNA" userId="48516848d7dfa3e2" providerId="LiveId" clId="{BDC5C816-69C6-4F02-8B11-A5E8B9A540AE}" dt="2026-10-01T05:25:19.736" v="475" actId="47"/>
        <pc:sldMkLst>
          <pc:docMk/>
          <pc:sldMk cId="0" sldId="264"/>
        </pc:sldMkLst>
      </pc:sldChg>
      <pc:sldChg chg="del">
        <pc:chgData name="TUNA" userId="48516848d7dfa3e2" providerId="LiveId" clId="{BDC5C816-69C6-4F02-8B11-A5E8B9A540AE}" dt="2026-10-01T05:25:23.341" v="476" actId="47"/>
        <pc:sldMkLst>
          <pc:docMk/>
          <pc:sldMk cId="0" sldId="265"/>
        </pc:sldMkLst>
      </pc:sldChg>
      <pc:sldChg chg="del">
        <pc:chgData name="TUNA" userId="48516848d7dfa3e2" providerId="LiveId" clId="{BDC5C816-69C6-4F02-8B11-A5E8B9A540AE}" dt="2026-10-01T05:25:24.970" v="477" actId="47"/>
        <pc:sldMkLst>
          <pc:docMk/>
          <pc:sldMk cId="0" sldId="266"/>
        </pc:sldMkLst>
      </pc:sldChg>
      <pc:sldChg chg="del">
        <pc:chgData name="TUNA" userId="48516848d7dfa3e2" providerId="LiveId" clId="{BDC5C816-69C6-4F02-8B11-A5E8B9A540AE}" dt="2026-10-01T05:25:27.666" v="478" actId="47"/>
        <pc:sldMkLst>
          <pc:docMk/>
          <pc:sldMk cId="0" sldId="267"/>
        </pc:sldMkLst>
      </pc:sldChg>
      <pc:sldChg chg="del">
        <pc:chgData name="TUNA" userId="48516848d7dfa3e2" providerId="LiveId" clId="{BDC5C816-69C6-4F02-8B11-A5E8B9A540AE}" dt="2026-10-01T05:25:34.439" v="479" actId="47"/>
        <pc:sldMkLst>
          <pc:docMk/>
          <pc:sldMk cId="0" sldId="268"/>
        </pc:sldMkLst>
      </pc:sldChg>
      <pc:sldChg chg="add del">
        <pc:chgData name="TUNA" userId="48516848d7dfa3e2" providerId="LiveId" clId="{BDC5C816-69C6-4F02-8B11-A5E8B9A540AE}" dt="2026-10-01T05:25:46.457" v="482" actId="47"/>
        <pc:sldMkLst>
          <pc:docMk/>
          <pc:sldMk cId="0" sldId="269"/>
        </pc:sldMkLst>
      </pc:sldChg>
      <pc:sldChg chg="del">
        <pc:chgData name="TUNA" userId="48516848d7dfa3e2" providerId="LiveId" clId="{BDC5C816-69C6-4F02-8B11-A5E8B9A540AE}" dt="2026-10-01T05:25:48.552" v="483" actId="47"/>
        <pc:sldMkLst>
          <pc:docMk/>
          <pc:sldMk cId="0" sldId="271"/>
        </pc:sldMkLst>
      </pc:sldChg>
      <pc:sldChg chg="delSp modSp mod ord">
        <pc:chgData name="TUNA" userId="48516848d7dfa3e2" providerId="LiveId" clId="{BDC5C816-69C6-4F02-8B11-A5E8B9A540AE}" dt="2026-10-01T05:30:02.646" v="691"/>
        <pc:sldMkLst>
          <pc:docMk/>
          <pc:sldMk cId="0" sldId="272"/>
        </pc:sldMkLst>
        <pc:spChg chg="del mod">
          <ac:chgData name="TUNA" userId="48516848d7dfa3e2" providerId="LiveId" clId="{BDC5C816-69C6-4F02-8B11-A5E8B9A540AE}" dt="2026-10-01T05:30:02.646" v="691"/>
          <ac:spMkLst>
            <pc:docMk/>
            <pc:sldMk cId="0" sldId="272"/>
            <ac:spMk id="6" creationId="{00000000-0000-0000-0000-000000000000}"/>
          </ac:spMkLst>
        </pc:spChg>
      </pc:sldChg>
      <pc:sldChg chg="del ord">
        <pc:chgData name="TUNA" userId="48516848d7dfa3e2" providerId="LiveId" clId="{BDC5C816-69C6-4F02-8B11-A5E8B9A540AE}" dt="2026-10-01T05:25:58.780" v="485" actId="47"/>
        <pc:sldMkLst>
          <pc:docMk/>
          <pc:sldMk cId="0" sldId="273"/>
        </pc:sldMkLst>
      </pc:sldChg>
      <pc:sldChg chg="del">
        <pc:chgData name="TUNA" userId="48516848d7dfa3e2" providerId="LiveId" clId="{BDC5C816-69C6-4F02-8B11-A5E8B9A540AE}" dt="2026-10-01T05:25:56.279" v="484" actId="47"/>
        <pc:sldMkLst>
          <pc:docMk/>
          <pc:sldMk cId="0" sldId="274"/>
        </pc:sldMkLst>
      </pc:sldChg>
      <pc:sldChg chg="delSp modSp mod">
        <pc:chgData name="TUNA" userId="48516848d7dfa3e2" providerId="LiveId" clId="{BDC5C816-69C6-4F02-8B11-A5E8B9A540AE}" dt="2026-10-01T05:29:46.181" v="624"/>
        <pc:sldMkLst>
          <pc:docMk/>
          <pc:sldMk cId="0" sldId="275"/>
        </pc:sldMkLst>
        <pc:spChg chg="mod">
          <ac:chgData name="TUNA" userId="48516848d7dfa3e2" providerId="LiveId" clId="{BDC5C816-69C6-4F02-8B11-A5E8B9A540AE}" dt="2026-10-01T05:29:44.998" v="620" actId="255"/>
          <ac:spMkLst>
            <pc:docMk/>
            <pc:sldMk cId="0" sldId="275"/>
            <ac:spMk id="6" creationId="{00000000-0000-0000-0000-000000000000}"/>
          </ac:spMkLst>
        </pc:spChg>
        <pc:spChg chg="del mod">
          <ac:chgData name="TUNA" userId="48516848d7dfa3e2" providerId="LiveId" clId="{BDC5C816-69C6-4F02-8B11-A5E8B9A540AE}" dt="2026-10-01T05:29:46.181" v="624"/>
          <ac:spMkLst>
            <pc:docMk/>
            <pc:sldMk cId="0" sldId="275"/>
            <ac:spMk id="7" creationId="{00000000-0000-0000-0000-000000000000}"/>
          </ac:spMkLst>
        </pc:spChg>
        <pc:spChg chg="del mod">
          <ac:chgData name="TUNA" userId="48516848d7dfa3e2" providerId="LiveId" clId="{BDC5C816-69C6-4F02-8B11-A5E8B9A540AE}" dt="2026-10-01T05:29:46.180" v="622"/>
          <ac:spMkLst>
            <pc:docMk/>
            <pc:sldMk cId="0" sldId="275"/>
            <ac:spMk id="8" creationId="{00000000-0000-0000-0000-000000000000}"/>
          </ac:spMkLst>
        </pc:spChg>
      </pc:sldChg>
      <pc:sldChg chg="addSp delSp modSp new del mod">
        <pc:chgData name="TUNA" userId="48516848d7dfa3e2" providerId="LiveId" clId="{BDC5C816-69C6-4F02-8B11-A5E8B9A540AE}" dt="2026-09-02T07:52:46.613" v="13" actId="47"/>
        <pc:sldMkLst>
          <pc:docMk/>
          <pc:sldMk cId="3064111929" sldId="276"/>
        </pc:sldMkLst>
        <pc:spChg chg="add del mod">
          <ac:chgData name="TUNA" userId="48516848d7dfa3e2" providerId="LiveId" clId="{BDC5C816-69C6-4F02-8B11-A5E8B9A540AE}" dt="2026-09-02T07:50:59.682" v="6"/>
          <ac:spMkLst>
            <pc:docMk/>
            <pc:sldMk cId="3064111929" sldId="276"/>
            <ac:spMk id="4" creationId="{457BCDDA-61B9-4E5A-9253-116532B14D1A}"/>
          </ac:spMkLst>
        </pc:spChg>
        <pc:spChg chg="add del mod">
          <ac:chgData name="TUNA" userId="48516848d7dfa3e2" providerId="LiveId" clId="{BDC5C816-69C6-4F02-8B11-A5E8B9A540AE}" dt="2026-09-02T07:51:54.580" v="10"/>
          <ac:spMkLst>
            <pc:docMk/>
            <pc:sldMk cId="3064111929" sldId="276"/>
            <ac:spMk id="6" creationId="{F1B09F7D-04A2-439C-8764-8DB42D1A96B7}"/>
          </ac:spMkLst>
        </pc:spChg>
        <pc:picChg chg="add del mod">
          <ac:chgData name="TUNA" userId="48516848d7dfa3e2" providerId="LiveId" clId="{BDC5C816-69C6-4F02-8B11-A5E8B9A540AE}" dt="2026-09-02T07:52:39.268" v="12" actId="21"/>
          <ac:picMkLst>
            <pc:docMk/>
            <pc:sldMk cId="3064111929" sldId="276"/>
            <ac:picMk id="3" creationId="{66BD58A4-EBA6-4137-B35F-0BE1DC9B54CE}"/>
          </ac:picMkLst>
        </pc:picChg>
      </pc:sldChg>
      <pc:sldChg chg="addSp delSp modSp new mod">
        <pc:chgData name="TUNA" userId="48516848d7dfa3e2" providerId="LiveId" clId="{BDC5C816-69C6-4F02-8B11-A5E8B9A540AE}" dt="2026-10-01T05:29:01.822" v="491" actId="14100"/>
        <pc:sldMkLst>
          <pc:docMk/>
          <pc:sldMk cId="4248482825" sldId="276"/>
        </pc:sldMkLst>
        <pc:spChg chg="mod">
          <ac:chgData name="TUNA" userId="48516848d7dfa3e2" providerId="LiveId" clId="{BDC5C816-69C6-4F02-8B11-A5E8B9A540AE}" dt="2026-09-02T07:54:05.383" v="22" actId="27636"/>
          <ac:spMkLst>
            <pc:docMk/>
            <pc:sldMk cId="4248482825" sldId="276"/>
            <ac:spMk id="2" creationId="{6BF579CF-54CB-4D86-8DAE-D0C4C99AB53C}"/>
          </ac:spMkLst>
        </pc:spChg>
        <pc:spChg chg="del">
          <ac:chgData name="TUNA" userId="48516848d7dfa3e2" providerId="LiveId" clId="{BDC5C816-69C6-4F02-8B11-A5E8B9A540AE}" dt="2026-09-02T07:53:01.005" v="15"/>
          <ac:spMkLst>
            <pc:docMk/>
            <pc:sldMk cId="4248482825" sldId="276"/>
            <ac:spMk id="3" creationId="{73393437-555F-4263-A00B-80D4F07EDDA8}"/>
          </ac:spMkLst>
        </pc:spChg>
        <pc:spChg chg="add del mod">
          <ac:chgData name="TUNA" userId="48516848d7dfa3e2" providerId="LiveId" clId="{BDC5C816-69C6-4F02-8B11-A5E8B9A540AE}" dt="2026-10-01T05:28:52.820" v="489"/>
          <ac:spMkLst>
            <pc:docMk/>
            <pc:sldMk cId="4248482825" sldId="276"/>
            <ac:spMk id="5" creationId="{86F44F32-4351-4650-B559-F56C874A3D18}"/>
          </ac:spMkLst>
        </pc:spChg>
        <pc:picChg chg="add del mod">
          <ac:chgData name="TUNA" userId="48516848d7dfa3e2" providerId="LiveId" clId="{BDC5C816-69C6-4F02-8B11-A5E8B9A540AE}" dt="2026-10-01T05:26:29.106" v="488" actId="478"/>
          <ac:picMkLst>
            <pc:docMk/>
            <pc:sldMk cId="4248482825" sldId="276"/>
            <ac:picMk id="4" creationId="{2FD77DAC-DDA6-4CCD-B698-B0226266A89E}"/>
          </ac:picMkLst>
        </pc:picChg>
        <pc:picChg chg="add mod">
          <ac:chgData name="TUNA" userId="48516848d7dfa3e2" providerId="LiveId" clId="{BDC5C816-69C6-4F02-8B11-A5E8B9A540AE}" dt="2026-10-01T05:29:01.822" v="491" actId="14100"/>
          <ac:picMkLst>
            <pc:docMk/>
            <pc:sldMk cId="4248482825" sldId="276"/>
            <ac:picMk id="7" creationId="{AF20F433-32FF-4241-94F4-99CBAA21B10B}"/>
          </ac:picMkLst>
        </pc:picChg>
      </pc:sldChg>
      <pc:sldChg chg="delSp modSp add mod">
        <pc:chgData name="TUNA" userId="48516848d7dfa3e2" providerId="LiveId" clId="{BDC5C816-69C6-4F02-8B11-A5E8B9A540AE}" dt="2026-10-01T05:29:18.608" v="559"/>
        <pc:sldMkLst>
          <pc:docMk/>
          <pc:sldMk cId="1321772635" sldId="277"/>
        </pc:sldMkLst>
        <pc:spChg chg="del mod">
          <ac:chgData name="TUNA" userId="48516848d7dfa3e2" providerId="LiveId" clId="{BDC5C816-69C6-4F02-8B11-A5E8B9A540AE}" dt="2026-10-01T05:29:18.608" v="559"/>
          <ac:spMkLst>
            <pc:docMk/>
            <pc:sldMk cId="1321772635" sldId="277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66760" y="0"/>
            <a:ext cx="932688" cy="685800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491472" y="0"/>
            <a:ext cx="932688" cy="6858000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16184" y="0"/>
            <a:ext cx="932688" cy="6858000"/>
          </a:xfrm>
          <a:prstGeom prst="rect">
            <a:avLst/>
          </a:prstGeom>
          <a:solidFill>
            <a:srgbClr val="6A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7159752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Aptos"/>
              </a:rPr>
              <a:t>E-COMMERCE ORDER &amp; CUSTOMER
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1" y="2482594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chemeClr val="bg1"/>
                </a:solidFill>
                <a:latin typeface="Aptos"/>
              </a:rPr>
              <a:t>Business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1" y="2850623"/>
            <a:ext cx="5943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chemeClr val="bg1"/>
                </a:solidFill>
                <a:latin typeface="Aptos"/>
              </a:rPr>
              <a:t>Executive dashboard and decision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24239"/>
            <a:ext cx="6400800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dirty="0">
                <a:solidFill>
                  <a:srgbClr val="BDC8D7"/>
                </a:solidFill>
                <a:latin typeface="+mj-lt"/>
              </a:rPr>
              <a:t>Presented by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0D5D79-DF07-79E9-2A85-7089A94D318A}"/>
              </a:ext>
            </a:extLst>
          </p:cNvPr>
          <p:cNvSpPr txBox="1"/>
          <p:nvPr/>
        </p:nvSpPr>
        <p:spPr>
          <a:xfrm>
            <a:off x="713232" y="4727622"/>
            <a:ext cx="641908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N" sz="1600" b="1" dirty="0">
                <a:solidFill>
                  <a:srgbClr val="FFFFFF"/>
                </a:solidFill>
                <a:latin typeface="Aptos"/>
              </a:rPr>
              <a:t>Tuna Santra</a:t>
            </a:r>
            <a:endParaRPr lang="en-IN" sz="1600" b="1" dirty="0">
              <a:solidFill>
                <a:schemeClr val="bg1"/>
              </a:solidFill>
              <a:latin typeface="Aptos"/>
            </a:endParaRPr>
          </a:p>
          <a:p>
            <a:endParaRPr sz="1600" b="1" dirty="0">
              <a:solidFill>
                <a:schemeClr val="bg1"/>
              </a:solidFill>
              <a:latin typeface="Apto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7C88F6-58ED-4C4C-99F7-4BBCCEEB9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781" y="0"/>
            <a:ext cx="2374011" cy="990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A concise view of commercial performance, customer mix, and operational health.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207008"/>
            <a:ext cx="251460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" y="1207008"/>
            <a:ext cx="59436" cy="1261872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53312"/>
            <a:ext cx="22402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Net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61848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₹393,144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3911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After discounts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207008"/>
            <a:ext cx="251460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46704" y="1207008"/>
            <a:ext cx="59436" cy="1261872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9584" y="1353312"/>
            <a:ext cx="22402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161848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03911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Transaction volume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207008"/>
            <a:ext cx="251460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056" y="1207008"/>
            <a:ext cx="59436" cy="1261872"/>
          </a:xfrm>
          <a:prstGeom prst="rect">
            <a:avLst/>
          </a:prstGeom>
          <a:solidFill>
            <a:srgbClr val="6A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1353312"/>
            <a:ext cx="22402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Avg Order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61848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₹3,931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03911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Revenue / order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9408" y="1207008"/>
            <a:ext cx="251460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79408" y="1207008"/>
            <a:ext cx="59436" cy="1261872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62288" y="1353312"/>
            <a:ext cx="22402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Delivery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161848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83%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03911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Delivered 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2852928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F31"/>
                </a:solidFill>
                <a:latin typeface="Aptos"/>
              </a:rPr>
              <a:t>What the data says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24612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313B49"/>
                </a:solidFill>
                <a:latin typeface="Aptos"/>
              </a:defRPr>
            </a:pPr>
            <a:r>
              <a:t>• West is the largest revenue region at ₹138,824 (35.3% of net revenue).</a:t>
            </a:r>
          </a:p>
          <a:p>
            <a:pPr>
              <a:spcAft>
                <a:spcPts val="600"/>
              </a:spcAft>
              <a:defRPr sz="1150">
                <a:solidFill>
                  <a:srgbClr val="313B49"/>
                </a:solidFill>
                <a:latin typeface="Aptos"/>
              </a:defRPr>
            </a:pPr>
            <a:r>
              <a:t>• Electronics leads categories with ₹140,692 in net revenue.</a:t>
            </a:r>
          </a:p>
          <a:p>
            <a:pPr>
              <a:spcAft>
                <a:spcPts val="600"/>
              </a:spcAft>
              <a:defRPr sz="1150">
                <a:solidFill>
                  <a:srgbClr val="313B49"/>
                </a:solidFill>
                <a:latin typeface="Aptos"/>
              </a:defRPr>
            </a:pPr>
            <a:r>
              <a:t>• Loyal customers generate ₹141,180; new customers generate ₹138,473.</a:t>
            </a:r>
          </a:p>
          <a:p>
            <a:pPr>
              <a:spcAft>
                <a:spcPts val="600"/>
              </a:spcAft>
              <a:defRPr sz="1150">
                <a:solidFill>
                  <a:srgbClr val="313B49"/>
                </a:solidFill>
                <a:latin typeface="Aptos"/>
              </a:defRPr>
            </a:pPr>
            <a:r>
              <a:t>• Returned + cancelled orders represent 10% of orders, creating an operational improvement opportunity.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2834640"/>
            <a:ext cx="5440680" cy="2560320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12724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F31"/>
                </a:solidFill>
                <a:latin typeface="Aptos"/>
              </a:rPr>
              <a:t>Management priorities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493008"/>
            <a:ext cx="4617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70">
                <a:solidFill>
                  <a:srgbClr val="313B49"/>
                </a:solidFill>
                <a:latin typeface="Aptos"/>
              </a:defRPr>
            </a:pPr>
            <a:r>
              <a:t>• Protect West momentum while improving lower-performing regions.</a:t>
            </a:r>
          </a:p>
          <a:p>
            <a:pPr>
              <a:spcAft>
                <a:spcPts val="600"/>
              </a:spcAft>
              <a:defRPr sz="1070">
                <a:solidFill>
                  <a:srgbClr val="313B49"/>
                </a:solidFill>
                <a:latin typeface="Aptos"/>
              </a:defRPr>
            </a:pPr>
            <a:r>
              <a:t>• Use Electronics and Fashion as core growth engines.</a:t>
            </a:r>
          </a:p>
          <a:p>
            <a:pPr>
              <a:spcAft>
                <a:spcPts val="600"/>
              </a:spcAft>
              <a:defRPr sz="1070">
                <a:solidFill>
                  <a:srgbClr val="313B49"/>
                </a:solidFill>
                <a:latin typeface="Aptos"/>
              </a:defRPr>
            </a:pPr>
            <a:r>
              <a:t>• Convert new customers into repeat buyers through targeted retention.</a:t>
            </a:r>
          </a:p>
          <a:p>
            <a:pPr>
              <a:spcAft>
                <a:spcPts val="600"/>
              </a:spcAft>
              <a:defRPr sz="1070">
                <a:solidFill>
                  <a:srgbClr val="313B49"/>
                </a:solidFill>
                <a:latin typeface="Aptos"/>
              </a:defRPr>
            </a:pPr>
            <a:r>
              <a:t>• Reduce returns/cancellations and resolve pending orders faster.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Key objectives of the e-commerce order and customer analytics project.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7442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Analyse order-level transaction data and establish a reliable KPI scorecard.</a:t>
            </a:r>
          </a:p>
          <a:p>
            <a:pPr>
              <a:spcAft>
                <a:spcPts val="13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Measure net revenue, gross sales, order volume, units sold, average order value, discounting, and customer ratings.</a:t>
            </a:r>
          </a:p>
          <a:p>
            <a:pPr>
              <a:spcAft>
                <a:spcPts val="13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Identify high-performing regions, categories, products, customer segments, and payment methods.</a:t>
            </a:r>
          </a:p>
          <a:p>
            <a:pPr>
              <a:spcAft>
                <a:spcPts val="13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Evaluate delivery, return, cancellation, and pending-order patterns to identify operational leakage.</a:t>
            </a:r>
          </a:p>
          <a:p>
            <a:pPr>
              <a:spcAft>
                <a:spcPts val="13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Convert analytical findings into actionable recommendations for revenue growth, customer retention, and operational improvement.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Structure of the supplied Raw_Data sheet.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188720"/>
          <a:ext cx="109728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Data Area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Fields / Measures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Order Information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Order ID, Order Date, Order Status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Customer Information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Customer ID, Customer Name, Gender, Age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Geography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City, State, Region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Product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Product, Category, Quantity, Unit Price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Commercial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Discount, Shipping Cost, Gross Sales, Net 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Transaction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Payment Method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Customer Experience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Rating, Customer Segment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Dataset Size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100 records • 100 orders • 20 customers • 257 units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KPI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Core measures calculated directly from the supplied workbook.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2057400" cy="144475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59436" cy="1444752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80744"/>
            <a:ext cx="1783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Net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₹393,144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66544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After discounts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1234440"/>
            <a:ext cx="2057400" cy="144475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16352" y="1234440"/>
            <a:ext cx="59436" cy="1444752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9232" y="1380744"/>
            <a:ext cx="1783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Gross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16459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₹429,243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066544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Before discounts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3" y="1234440"/>
            <a:ext cx="2057400" cy="144475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9783" y="1234440"/>
            <a:ext cx="59436" cy="1444752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12664" y="1380744"/>
            <a:ext cx="1783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16459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2664" y="2066544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Unique order IDs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43216" y="1234440"/>
            <a:ext cx="2057400" cy="144475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43216" y="1234440"/>
            <a:ext cx="59436" cy="1444752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26096" y="1380744"/>
            <a:ext cx="1783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16459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2066544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Unique customer IDs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56648" y="1234440"/>
            <a:ext cx="2057400" cy="144475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756648" y="1234440"/>
            <a:ext cx="59436" cy="1444752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39528" y="1380744"/>
            <a:ext cx="1783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Units Sold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16459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257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9528" y="2066544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Total quantity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108960"/>
            <a:ext cx="2057400" cy="144475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" y="3108960"/>
            <a:ext cx="59436" cy="1444752"/>
          </a:xfrm>
          <a:prstGeom prst="rect">
            <a:avLst/>
          </a:prstGeom>
          <a:solidFill>
            <a:srgbClr val="6A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3255264"/>
            <a:ext cx="1783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Average Order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52044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₹3,931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941063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Net revenue / order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16352" y="3108960"/>
            <a:ext cx="2057400" cy="144475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816352" y="3108960"/>
            <a:ext cx="59436" cy="1444752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99232" y="3255264"/>
            <a:ext cx="1783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Average Rating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99232" y="352044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3.98/5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9232" y="3941063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Customer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579CF-54CB-4D86-8DAE-D0C4C99A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E-Commerce Order &amp; Customer Analytics Dashboard</a:t>
            </a:r>
            <a:endParaRPr lang="en-IN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F20F433-32FF-4241-94F4-99CBAA21B1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99" y="1020875"/>
            <a:ext cx="10220325" cy="5256099"/>
          </a:xfrm>
        </p:spPr>
      </p:pic>
    </p:spTree>
    <p:extLst>
      <p:ext uri="{BB962C8B-B14F-4D97-AF65-F5344CB8AC3E}">
        <p14:creationId xmlns:p14="http://schemas.microsoft.com/office/powerpoint/2010/main" val="4248482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Overall interpretation of the e-commerce analytics.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744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The dataset provides a complete business-performance view across 100 orders and 20 customers.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Net revenue of ₹393,144 and AOV of ₹3,931 establish the commercial baseline.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Regional and category analysis identifies the strongest revenue pools for focused action.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Customer-segment analysis shows a meaningful repeat-purchase base while leaving room to convert more new customers.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Order-health analysis highlights returns, cancellations, and pending orders as practical improvement areas.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The dashboard structure can be refreshed as new transactions are added to the source workbook.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Overall interpretation of the e-commerce analytics.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744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The dataset provides a complete business-performance view across 100 orders and 20 customers.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Net revenue of ₹393,144 and AOV of ₹3,931 establish the commercial baseline.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Regional and category analysis identifies the strongest revenue pools for focused action.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Customer-segment analysis shows a meaningful repeat-purchase base while leaving room to convert more new customers.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Order-health analysis highlights returns, cancellations, and pending orders as practical improvement areas.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The dashboard structure can be refreshed as new transactions are added to the source workbook.</a:t>
            </a:r>
          </a:p>
        </p:txBody>
      </p:sp>
    </p:spTree>
    <p:extLst>
      <p:ext uri="{BB962C8B-B14F-4D97-AF65-F5344CB8AC3E}">
        <p14:creationId xmlns:p14="http://schemas.microsoft.com/office/powerpoint/2010/main" val="1321772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66760" y="0"/>
            <a:ext cx="932688" cy="685800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491472" y="0"/>
            <a:ext cx="932688" cy="6858000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16184" y="0"/>
            <a:ext cx="932688" cy="6858000"/>
          </a:xfrm>
          <a:prstGeom prst="rect">
            <a:avLst/>
          </a:prstGeom>
          <a:solidFill>
            <a:srgbClr val="6A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6537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E-COMMERCE ORDER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199"/>
            <a:ext cx="688848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 dirty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623</Words>
  <Application>Microsoft Office PowerPoint</Application>
  <PresentationFormat>Widescreen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E-Commerce Order &amp; Customer Analytics Dashboard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Soumya Roy</dc:creator>
  <cp:keywords/>
  <dc:description>generated using python-pptx</dc:description>
  <cp:lastModifiedBy>TUNA</cp:lastModifiedBy>
  <cp:revision>12</cp:revision>
  <dcterms:created xsi:type="dcterms:W3CDTF">2013-01-27T09:14:16Z</dcterms:created>
  <dcterms:modified xsi:type="dcterms:W3CDTF">2026-10-01T05:30:16Z</dcterms:modified>
  <cp:category/>
</cp:coreProperties>
</file>